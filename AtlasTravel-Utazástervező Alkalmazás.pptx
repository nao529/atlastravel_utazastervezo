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7014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37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607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835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89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893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269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4984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275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903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9616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8372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1111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173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1923BC-4722-42AC-85DA-C6C8D95C5C01}" type="datetimeFigureOut">
              <a:rPr lang="hu-HU" smtClean="0"/>
              <a:t>2026. 05. 30.</a:t>
            </a:fld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0E9C38E9-D77A-4082-8CB9-81E27DC01E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4611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D19259-E32A-A603-EF5E-AC394CB5BC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AtlasTravel</a:t>
            </a:r>
            <a:r>
              <a:rPr lang="hu-HU" dirty="0"/>
              <a:t>-Utazástervező Alkalmazás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4C40DF5-AA2A-F13E-BBC0-A1529F7CB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dirty="0"/>
              <a:t>Készítette: Maja és </a:t>
            </a:r>
            <a:r>
              <a:rPr lang="hu-HU" dirty="0" err="1"/>
              <a:t>Nao</a:t>
            </a:r>
            <a:br>
              <a:rPr lang="hu-HU" dirty="0"/>
            </a:br>
            <a:r>
              <a:rPr lang="hu-HU" dirty="0"/>
              <a:t>Szoftverfejlesztő és tesztelő </a:t>
            </a:r>
            <a:br>
              <a:rPr lang="hu-HU" dirty="0"/>
            </a:br>
            <a:r>
              <a:rPr lang="hu-H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27757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5C6864-2485-B6C0-2C4B-71F13E37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működésielve, használt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ACC341A-61AA-140D-BD67-2C482D894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133356"/>
            <a:ext cx="432735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u-HU" sz="2400" b="1" dirty="0"/>
              <a:t>Fő Funkciók: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Utazások böngészése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Keresés név és létszám alapján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Rendezés ár szerint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Foglalás létrehozása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Foglalás lemondása 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B0FDE21-A488-FA21-4CDF-59A7FD23CED8}"/>
              </a:ext>
            </a:extLst>
          </p:cNvPr>
          <p:cNvSpPr txBox="1"/>
          <p:nvPr/>
        </p:nvSpPr>
        <p:spPr>
          <a:xfrm>
            <a:off x="6095999" y="2133356"/>
            <a:ext cx="4764505" cy="3900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sz="2400" b="1" dirty="0"/>
              <a:t>Felhasznált technológiák: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HTML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CSS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JavaScript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/>
              <a:t>OOP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 err="1"/>
              <a:t>Cypress</a:t>
            </a:r>
            <a:r>
              <a:rPr lang="hu-HU" sz="2400" dirty="0"/>
              <a:t> tesztelés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 err="1"/>
              <a:t>Git</a:t>
            </a:r>
            <a:r>
              <a:rPr lang="hu-HU" sz="2400" dirty="0"/>
              <a:t>/GitHub</a:t>
            </a:r>
          </a:p>
        </p:txBody>
      </p:sp>
    </p:spTree>
    <p:extLst>
      <p:ext uri="{BB962C8B-B14F-4D97-AF65-F5344CB8AC3E}">
        <p14:creationId xmlns:p14="http://schemas.microsoft.com/office/powerpoint/2010/main" val="132676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14D596-FE7D-73DA-86E4-49EAC1F0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hu-HU" dirty="0"/>
              <a:t>Az UML osztálydiagram bemutatja az alkalmazás fő osztályait és azok kapcsolatait.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C47AB94-0282-8D8C-F7C9-0D242C8C5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263" y="1247261"/>
            <a:ext cx="8807115" cy="5415573"/>
          </a:xfrm>
        </p:spPr>
      </p:pic>
    </p:spTree>
    <p:extLst>
      <p:ext uri="{BB962C8B-B14F-4D97-AF65-F5344CB8AC3E}">
        <p14:creationId xmlns:p14="http://schemas.microsoft.com/office/powerpoint/2010/main" val="61877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76BB2D-CE21-43C3-B185-B7BF0C79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alkalmazás működési folyamata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2FA53AB-33EF-7F56-84DC-67D0BF377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664" y="1416527"/>
            <a:ext cx="3284620" cy="5441473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294981C8-C14B-171B-CA53-A3734BB5987B}"/>
              </a:ext>
            </a:extLst>
          </p:cNvPr>
          <p:cNvSpPr txBox="1"/>
          <p:nvPr/>
        </p:nvSpPr>
        <p:spPr>
          <a:xfrm>
            <a:off x="4858598" y="1832791"/>
            <a:ext cx="69934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A folyamatábra bemutatja a felhasználó útját az alkalmazásban. Az oldal betöltése után a felhasználó böngészheti az utazásokat, kereshet és rendezhet közöttük, majd megtekintheti a részleteket. </a:t>
            </a:r>
          </a:p>
          <a:p>
            <a:r>
              <a:rPr lang="hu-HU" sz="2400" dirty="0"/>
              <a:t>A foglalási űrlap kitöltése és ellenőrzése után létrejön a foglalás, amely a Foglalásaim menüpontban kezelhető és szükség esetén lemondható.</a:t>
            </a:r>
          </a:p>
        </p:txBody>
      </p:sp>
    </p:spTree>
    <p:extLst>
      <p:ext uri="{BB962C8B-B14F-4D97-AF65-F5344CB8AC3E}">
        <p14:creationId xmlns:p14="http://schemas.microsoft.com/office/powerpoint/2010/main" val="127241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F613E0-E4D5-9A39-C29D-5DD149E8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Tesztelés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002CB6B2-8670-576C-CCD0-0595A081B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653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b="1" dirty="0" err="1"/>
              <a:t>Nao</a:t>
            </a:r>
            <a:r>
              <a:rPr lang="hu-HU" b="1" dirty="0"/>
              <a:t> által készített tesztek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Utazási kártyák megjelenése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Kép megjelenése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Cím megjelenése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Leírás megjelenése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Ár megjelenése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Részletek gomb működése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 err="1"/>
              <a:t>Modal</a:t>
            </a:r>
            <a:r>
              <a:rPr lang="hu-HU" dirty="0"/>
              <a:t> ablak megnyitása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Foglalási űrlap megjelenése</a:t>
            </a:r>
          </a:p>
          <a:p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B4C39A98-2C16-DB95-2FA5-FEE032803C89}"/>
              </a:ext>
            </a:extLst>
          </p:cNvPr>
          <p:cNvSpPr txBox="1"/>
          <p:nvPr/>
        </p:nvSpPr>
        <p:spPr>
          <a:xfrm>
            <a:off x="6416842" y="1825625"/>
            <a:ext cx="49369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b="1" dirty="0"/>
              <a:t>Maja által készített tesztek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Foglalások megjelenítése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Lemondás gomb létezése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Lemondás gomb működése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Név szerinti keresés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Létszám szerinti keresés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Ár szerinti rendezés (növekvő)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Ár szerinti rendezés (csökkenő)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Foglalás létrehozása és lemondása végponttól végpontig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44331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F7DC61-D9F6-DBB1-31DA-256E88BF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A1E4D73-4AEE-73D6-95A5-4E5D2E9CA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132" y="1873752"/>
            <a:ext cx="3356746" cy="4351338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B16D759-B68E-D07A-A045-52D2099A5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438" y="1902805"/>
            <a:ext cx="47066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2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59D3FA-FFD9-98D0-7AC3-1A34524E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C80962-EC45-32E9-2C48-25266D2F0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577" y="2222287"/>
            <a:ext cx="10889709" cy="396749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u-HU" sz="2300" b="1" dirty="0"/>
              <a:t>Használt eszközök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 err="1"/>
              <a:t>Git</a:t>
            </a:r>
            <a:r>
              <a:rPr lang="hu-HU" sz="23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/>
              <a:t>GitHub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/>
              <a:t>GitHub </a:t>
            </a:r>
            <a:r>
              <a:rPr lang="hu-HU" sz="2300" dirty="0" err="1"/>
              <a:t>Projects</a:t>
            </a:r>
            <a:r>
              <a:rPr lang="hu-HU" sz="2300" dirty="0"/>
              <a:t> </a:t>
            </a:r>
          </a:p>
          <a:p>
            <a:pPr marL="0" indent="0">
              <a:buNone/>
            </a:pPr>
            <a:r>
              <a:rPr lang="hu-HU" sz="2300" b="1" dirty="0"/>
              <a:t>Feladatkezelés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/>
              <a:t>A feladatokat </a:t>
            </a:r>
            <a:r>
              <a:rPr lang="hu-HU" sz="2300" dirty="0" err="1"/>
              <a:t>issue-kra</a:t>
            </a:r>
            <a:r>
              <a:rPr lang="hu-HU" sz="2300" dirty="0"/>
              <a:t> bontottuk.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/>
              <a:t>A fejlesztési folyamatot GitHub </a:t>
            </a:r>
            <a:r>
              <a:rPr lang="hu-HU" sz="2300" dirty="0" err="1"/>
              <a:t>Projects</a:t>
            </a:r>
            <a:r>
              <a:rPr lang="hu-HU" sz="2300" dirty="0"/>
              <a:t> segítségével követtük.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/>
              <a:t>A feladatok állapotát </a:t>
            </a:r>
            <a:r>
              <a:rPr lang="hu-HU" sz="2300" dirty="0" err="1"/>
              <a:t>Todo</a:t>
            </a:r>
            <a:r>
              <a:rPr lang="hu-HU" sz="2300" dirty="0"/>
              <a:t>, In </a:t>
            </a:r>
            <a:r>
              <a:rPr lang="hu-HU" sz="2300" dirty="0" err="1"/>
              <a:t>Progress</a:t>
            </a:r>
            <a:r>
              <a:rPr lang="hu-HU" sz="2300" dirty="0"/>
              <a:t> és </a:t>
            </a:r>
            <a:r>
              <a:rPr lang="hu-HU" sz="2300" dirty="0" err="1"/>
              <a:t>Done</a:t>
            </a:r>
            <a:r>
              <a:rPr lang="hu-HU" sz="2300" dirty="0"/>
              <a:t> oszlopok jelezték.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/>
              <a:t>A fejlesztések külön </a:t>
            </a:r>
            <a:r>
              <a:rPr lang="hu-HU" sz="2300" dirty="0" err="1"/>
              <a:t>commitokban</a:t>
            </a:r>
            <a:r>
              <a:rPr lang="hu-HU" sz="2300" dirty="0"/>
              <a:t> kerültek feltöltésre. </a:t>
            </a:r>
          </a:p>
          <a:p>
            <a:pPr marL="0" indent="0">
              <a:buNone/>
            </a:pPr>
            <a:r>
              <a:rPr lang="hu-HU" sz="2300" b="1" dirty="0"/>
              <a:t>Munkamegosztás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 err="1"/>
              <a:t>Nao</a:t>
            </a:r>
            <a:r>
              <a:rPr lang="hu-HU" sz="2300" dirty="0"/>
              <a:t>: alap HTML/CSS, utazási kártyák, </a:t>
            </a:r>
            <a:r>
              <a:rPr lang="hu-HU" sz="2300" dirty="0" err="1"/>
              <a:t>tesztelés,modal</a:t>
            </a:r>
            <a:r>
              <a:rPr lang="hu-HU" sz="2300" dirty="0"/>
              <a:t> ablak.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300" dirty="0"/>
              <a:t>Maja: keresés, rendezés, foglalások, tesztelés, UML.</a:t>
            </a:r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937C54D-1625-FCDB-2526-BA9213F02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411" y="206863"/>
            <a:ext cx="509290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2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31E142-713C-FB12-72B9-38B71621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AI használat tapasztalatai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4044F6-8C79-2FF6-A244-8733CD938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915" y="2222287"/>
            <a:ext cx="10819371" cy="40817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u-HU" sz="2100" b="1" dirty="0"/>
              <a:t>Tapasztalatok: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/>
              <a:t>Hibakeresés támogatása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 err="1"/>
              <a:t>Cypress</a:t>
            </a:r>
            <a:r>
              <a:rPr lang="hu-HU" sz="2100" dirty="0"/>
              <a:t> tesztek készítése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/>
              <a:t>UML és dokumentáció készítése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/>
              <a:t>Prezentáció összeállítása </a:t>
            </a:r>
          </a:p>
          <a:p>
            <a:pPr marL="0" indent="0">
              <a:buNone/>
            </a:pPr>
            <a:r>
              <a:rPr lang="hu-HU" sz="2100" b="1" dirty="0"/>
              <a:t>Előnyök:</a:t>
            </a:r>
            <a:endParaRPr lang="hu-HU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/>
              <a:t>Gyorsabb fejlesztés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/>
              <a:t>Könnyebb hibakeresés </a:t>
            </a:r>
          </a:p>
          <a:p>
            <a:pPr marL="0" indent="0">
              <a:buNone/>
            </a:pPr>
            <a:r>
              <a:rPr lang="hu-HU" sz="2100" b="1" dirty="0"/>
              <a:t>Hátrányok:</a:t>
            </a:r>
            <a:endParaRPr lang="hu-HU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/>
              <a:t>Az AI által generált kódot mindig ellenőrizni kellett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sz="2100" dirty="0"/>
              <a:t>Nem minden javaslat volt azonnal használható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57225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BEED83-78FE-3790-EE58-5513F332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ADD072-F267-8951-76F6-BE99656B9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30787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egyezhető">
  <a:themeElements>
    <a:clrScheme name="Jegyezhető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Jegyezhető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Jegyezhető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TM03457503[[fn=Jegyezhető]]</Template>
  <TotalTime>36</TotalTime>
  <Words>285</Words>
  <Application>Microsoft Office PowerPoint</Application>
  <PresentationFormat>Szélesvásznú</PresentationFormat>
  <Paragraphs>65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2</vt:lpstr>
      <vt:lpstr>Jegyezhető</vt:lpstr>
      <vt:lpstr>AtlasTravel-Utazástervező Alkalmazás</vt:lpstr>
      <vt:lpstr>A program működésielve, használt technológiák</vt:lpstr>
      <vt:lpstr>Az UML osztálydiagram bemutatja az alkalmazás fő osztályait és azok kapcsolatait.</vt:lpstr>
      <vt:lpstr>Az alkalmazás működési folyamata</vt:lpstr>
      <vt:lpstr>Tesztelés</vt:lpstr>
      <vt:lpstr>PowerPoint-bemutató</vt:lpstr>
      <vt:lpstr>Projektmenedzsment</vt:lpstr>
      <vt:lpstr>AI használat tapasztalatai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AtlasTravel-Utazástervező Alkalmazás</dc:title>
  <dc:creator>maja ponauer</dc:creator>
  <cp:lastModifiedBy>g</cp:lastModifiedBy>
  <cp:revision>6</cp:revision>
  <dcterms:created xsi:type="dcterms:W3CDTF">2026-05-30T10:47:26Z</dcterms:created>
  <dcterms:modified xsi:type="dcterms:W3CDTF">2026-05-30T15:14:37Z</dcterms:modified>
</cp:coreProperties>
</file>